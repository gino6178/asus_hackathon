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ab11cb-5c45-27f7-62e5-ee8276c9833b}">
          <p14:sldIdLst>
            <p14:sldId id="256"/>
          </p14:sldIdLst>
        </p14:section>
        <p14:section name="Context and problem definition" id="{58e22eb5-d6fa-c598-5012-790922776c89}">
          <p14:sldIdLst>
            <p14:sldId id="257"/>
            <p14:sldId id="258"/>
          </p14:sldIdLst>
        </p14:section>
        <p14:section name="Solution: tools, technologies and methodology" id="{754eb55e-6528-7cc6-0f76-eb3062c31edd}">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0fa9993b-d138-2bb9-6dd1-52449c4e99d1}">
          <p14:sldIdLst>
            <p14:sldId id="271"/>
            <p14:sldId id="272"/>
          </p14:sldIdLst>
        </p14:section>
        <p14:section name="Expected benefits and outcomes" id="{64045e6c-2c09-d033-b105-7ed680a7a7ec}">
          <p14:sldIdLst>
            <p14:sldId id="273"/>
            <p14:sldId id="274"/>
          </p14:sldIdLst>
        </p14:section>
        <p14:section name="References and GitHub source code" id="{7e04169a-e75b-88d0-b35d-5c44653dff9e}">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5120640" cy="822960"/>
          </a:xfrm>
          <a:prstGeom prst="rect">
            <a:avLst/>
          </a:prstGeom>
          <a:noFill/>
          <a:ln/>
        </p:spPr>
        <p:txBody>
          <a:bodyPr wrap="square" lIns="0" tIns="0" rIns="0" bIns="0" rtlCol="0" anchor="t"/>
          <a:lstStyle/>
          <a:p>
            <a:pPr indent="0" marL="0">
              <a:buNone/>
            </a:pPr>
            <a:r>
              <a:rPr lang="en-US" sz="2200" dirty="0">
                <a:solidFill>
                  <a:schemeClr val="bg2"/>
                </a:solidFill>
              </a:rPr>
              <a:t>A self-evolving team of AI coach agents, private and on-device</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Gets better on its own</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 analyst studies</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When the vendor updates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Self-evolving: each coach agent evolves its own playbook</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self-evolving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 agents: each one evolves its own playbook</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Wanhua Sports Center · Sat 10-31 18:00-19:00 · court 3, doubles with Amy and Ben (ref TS-MVQ7EI).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44 / 44</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NEXT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next.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2026-10-28T04:01:45Z</dcterms:created>
  <dcterms:modified xsi:type="dcterms:W3CDTF">2026-10-28T04:01:45Z</dcterms:modified>
</cp:coreProperties>
</file>