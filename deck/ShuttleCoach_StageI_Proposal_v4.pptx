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272e56-abd1-68fa-6726-0eb90383ab14}">
          <p14:sldIdLst>
            <p14:sldId id="256"/>
          </p14:sldIdLst>
        </p14:section>
        <p14:section name="Context and problem definition" id="{e9c07bca-e7fd-f10e-a2c4-f6f21d2ddd59}">
          <p14:sldIdLst>
            <p14:sldId id="257"/>
            <p14:sldId id="258"/>
          </p14:sldIdLst>
        </p14:section>
        <p14:section name="Solution: tools, technologies and methodology" id="{7e62987d-5358-2edf-53cc-3d7d398519ee}">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55a7776e-f71f-0994-9cf3-c10ebfb6c2f5}">
          <p14:sldIdLst>
            <p14:sldId id="271"/>
            <p14:sldId id="272"/>
          </p14:sldIdLst>
        </p14:section>
        <p14:section name="Expected benefits and outcomes" id="{891d90f3-6ab4-a0cf-57c3-1f0520574a18}">
          <p14:sldIdLst>
            <p14:sldId id="273"/>
            <p14:sldId id="274"/>
          </p14:sldIdLst>
        </p14:section>
        <p14:section name="References and GitHub source code" id="{9ec3ab51-ce3e-ecea-dbe4-780ccb242ee7}">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589520" cy="2747406"/>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F6B5E"/>
                </a:solidFill>
              </a:rPr>
              <a:t>Conflict, then resolution</a:t>
            </a:r>
            <a:endParaRPr lang="en-US" sz="1250" dirty="0"/>
          </a:p>
          <a:p>
            <a:pPr indent="0" marL="0">
              <a:buNone/>
            </a:pPr>
            <a:r>
              <a:rPr lang="en-US" sz="1250" dirty="0">
                <a:solidFill>
                  <a:schemeClr val="bg2"/>
                </a:solidFill>
              </a:rPr>
              <a:t>Ren challenges Lin: smash-defence blocks mean jumps, and memory says “right knee sore”. The table shows the clash, then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8 of 8 figures in the meeting re-computed from the raw labels; 23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Zhongzheng Sports Center · Sat 10-31 18:00-20:00 · court 4, doubles with Amy and Ben.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39 / 39</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 in Stage II</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4B model for the fast path</a:t>
            </a:r>
            <a:endParaRPr lang="en-US" sz="1050" dirty="0"/>
          </a:p>
          <a:p>
            <a:pPr indent="0" marL="0">
              <a:buNone/>
            </a:pPr>
            <a:r>
              <a:rPr lang="en-US" sz="1050" dirty="0">
                <a:solidFill>
                  <a:schemeClr val="bg2"/>
                </a:solidFill>
              </a:rPr>
              <a:t>Qwen3-4B, Phi-4-mini or Gemma-3-4B on OpenVINO, INT4 ≈ 2.5 GB; at 608 GB/s the decode ceiling is about 240 tokens/s. Running today on our test GPU: Qwen3-4B (4-bit) answers the coach chat in 0.8 s median at about 160 tokens/s. B70 figures in Stage II.</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STAGE II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lab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in Stage II.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2026-10-27T04:35:24Z</dcterms:created>
  <dcterms:modified xsi:type="dcterms:W3CDTF">2026-10-27T04:35:24Z</dcterms:modified>
</cp:coreProperties>
</file>