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5426b2-2baf-c80d-b8e4-9a5a945fc262}">
          <p14:sldIdLst>
            <p14:sldId id="256"/>
          </p14:sldIdLst>
        </p14:section>
        <p14:section name="Context and problem definition" id="{054f0301-e28c-3751-d76f-739ceebc1c3a}">
          <p14:sldIdLst>
            <p14:sldId id="257"/>
            <p14:sldId id="258"/>
          </p14:sldIdLst>
        </p14:section>
        <p14:section name="Solution: tools, technologies and methodology" id="{51498723-c30b-bec6-59f2-1ffc30264150}">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efaae96c-a880-2b36-9a3c-6176c122e5d4}">
          <p14:sldIdLst>
            <p14:sldId id="271"/>
            <p14:sldId id="272"/>
          </p14:sldIdLst>
        </p14:section>
        <p14:section name="Expected benefits and outcomes" id="{cf3db4c7-2d0e-8be9-edd7-61d5c51ee617}">
          <p14:sldIdLst>
            <p14:sldId id="273"/>
            <p14:sldId id="274"/>
          </p14:sldIdLst>
        </p14:section>
        <p14:section name="References and GitHub source code" id="{221a1552-86ec-ba75-9487-292c0467e5c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14B coaches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Clip reviewer 7B</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0</c:v>
                </c:pt>
                <c:pt idx="3">
                  <c:v>5</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name]  ·  [Members]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589520" cy="2747406"/>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fair to everyone; books on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18 sports centres, calendars, knowledge base, memory</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booking run on the station: 1 LLM call, 4 tool calls, a fairness check, then the player's yes; 872 ms.</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the map, 18 venues, friends, calendar</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14B coach agents</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14B coach agents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Clip reviewer 7B</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Clip reviewer 7B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7" name="Text 45"/>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48" name="row rule 6"/>
          <p:cNvSpPr/>
          <p:nvPr/>
        </p:nvSpPr>
        <p:spPr>
          <a:xfrm>
            <a:off x="548640" y="4700016"/>
            <a:ext cx="6537960" cy="0"/>
          </a:xfrm>
          <a:prstGeom prst="line">
            <a:avLst/>
          </a:prstGeom>
          <a:noFill/>
          <a:ln w="6350">
            <a:solidFill>
              <a:srgbClr val="111A20"/>
            </a:solidFill>
            <a:prstDash val="solid"/>
          </a:ln>
        </p:spPr>
      </p:sp>
      <p:sp>
        <p:nvSpPr>
          <p:cNvPr id="49" name="Simulator 2"/>
          <p:cNvSpPr/>
          <p:nvPr/>
        </p:nvSpPr>
        <p:spPr>
          <a:xfrm>
            <a:off x="4754880" y="4416552"/>
            <a:ext cx="312725" cy="201168"/>
          </a:xfrm>
          <a:prstGeom prst="roundRect">
            <a:avLst>
              <a:gd name="adj" fmla="val 18182"/>
            </a:avLst>
          </a:prstGeom>
          <a:solidFill>
            <a:srgbClr val="F2D46B">
              <a:alpha val="48000"/>
            </a:srgbClr>
          </a:solidFill>
          <a:ln w="6350">
            <a:solidFill>
              <a:srgbClr val="F2D46B"/>
            </a:solidFill>
            <a:prstDash val="solid"/>
          </a:ln>
        </p:spPr>
      </p:sp>
      <p:sp>
        <p:nvSpPr>
          <p:cNvPr id="50" name="Simulator 3"/>
          <p:cNvSpPr/>
          <p:nvPr/>
        </p:nvSpPr>
        <p:spPr>
          <a:xfrm>
            <a:off x="5943600" y="4416552"/>
            <a:ext cx="729691" cy="201168"/>
          </a:xfrm>
          <a:prstGeom prst="roundRect">
            <a:avLst>
              <a:gd name="adj" fmla="val 18182"/>
            </a:avLst>
          </a:prstGeom>
          <a:solidFill>
            <a:srgbClr val="F2D46B">
              <a:alpha val="72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Highlight render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Highlight render 2"/>
          <p:cNvSpPr/>
          <p:nvPr/>
        </p:nvSpPr>
        <p:spPr>
          <a:xfrm>
            <a:off x="4754880" y="4782312"/>
            <a:ext cx="521208" cy="201168"/>
          </a:xfrm>
          <a:prstGeom prst="roundRect">
            <a:avLst>
              <a:gd name="adj" fmla="val 18182"/>
            </a:avLst>
          </a:prstGeom>
          <a:solidFill>
            <a:srgbClr val="C3CACD">
              <a:alpha val="60000"/>
            </a:srgbClr>
          </a:solidFill>
          <a:ln w="6350">
            <a:solidFill>
              <a:srgbClr val="C3CACD"/>
            </a:solidFill>
            <a:prstDash val="solid"/>
          </a:ln>
        </p:spPr>
      </p:sp>
      <p:graphicFrame>
        <p:nvGraphicFramePr>
          <p:cNvPr id="54"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5"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6" name="Text 53"/>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and post-match jobs fill idle time; nightly research and reflection run when the court is closed. The 14B coaches load only after the match: peak 29 of 32 GB.</a:t>
            </a:r>
            <a:endParaRPr lang="en-US" sz="1050" dirty="0"/>
          </a:p>
        </p:txBody>
      </p:sp>
      <p:sp>
        <p:nvSpPr>
          <p:cNvPr id="57"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8" name="Text 55"/>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[names]  ·  Contact: [email]</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2026-10-27T01:48:53Z</dcterms:created>
  <dcterms:modified xsi:type="dcterms:W3CDTF">2026-10-27T01:48:53Z</dcterms:modified>
</cp:coreProperties>
</file>