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117f21a-743d-f9e8-e814-ecfcdb9c58dd}">
          <p14:sldIdLst>
            <p14:sldId id="256"/>
          </p14:sldIdLst>
        </p14:section>
        <p14:section name="Context and problem definition" id="{f5baabda-7876-0e75-2e04-3a44600dc2e0}">
          <p14:sldIdLst>
            <p14:sldId id="257"/>
            <p14:sldId id="258"/>
          </p14:sldIdLst>
        </p14:section>
        <p14:section name="Solution: tools, technologies and methodology" id="{47794360-9679-6b7f-2d6e-e352881834ca}">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7ba6b4b0-d592-df4e-8cb3-eb40b6d10069}">
          <p14:sldIdLst>
            <p14:sldId id="271"/>
            <p14:sldId id="272"/>
          </p14:sldIdLst>
        </p14:section>
        <p14:section name="Expected benefits and outcomes" id="{a22ba42d-9f36-18c1-c44b-9e2272ac8625}">
          <p14:sldIdLst>
            <p14:sldId id="273"/>
            <p14:sldId id="274"/>
          </p14:sldIdLst>
        </p14:section>
        <p14:section name="References and GitHub source code" id="{e2c77e0e-a8da-1876-f8c6-5043e6871034}">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589520" cy="2747406"/>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2026-10-27T03:41:08Z</dcterms:created>
  <dcterms:modified xsi:type="dcterms:W3CDTF">2026-10-27T03:41:08Z</dcterms:modified>
</cp:coreProperties>
</file>