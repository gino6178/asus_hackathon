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6fa17b-eb38-b90e-623b-72082dcefdf5}">
          <p14:sldIdLst>
            <p14:sldId id="256"/>
          </p14:sldIdLst>
        </p14:section>
        <p14:section name="Context and problem definition" id="{a194bbbd-a45e-db3b-7b1d-7643baae9572}">
          <p14:sldIdLst>
            <p14:sldId id="257"/>
            <p14:sldId id="258"/>
          </p14:sldIdLst>
        </p14:section>
        <p14:section name="Solution: tools, technologies and methodology" id="{d821911b-77b6-3730-612a-f6311ce3926d}">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2c0da891-4945-3924-c36c-5b62707ddae5}">
          <p14:sldIdLst>
            <p14:sldId id="271"/>
            <p14:sldId id="272"/>
          </p14:sldIdLst>
        </p14:section>
        <p14:section name="Expected benefits and outcomes" id="{b9191301-1634-fe81-6f09-08710b5a4af3}">
          <p14:sldIdLst>
            <p14:sldId id="273"/>
            <p14:sldId id="274"/>
          </p14:sldIdLst>
        </p14:section>
        <p14:section name="References and GitHub source code" id="{4a325cc0-9b99-28aa-5caa-b72ee12de0ac}">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shots/cover_post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shots/processing.png">    </p:cNvPr>
          <p:cNvPicPr>
            <a:picLocks noChangeAspect="1"/>
          </p:cNvPicPr>
          <p:nvPr/>
        </p:nvPicPr>
        <p:blipFill>
          <a:blip r:embed="rId5"/>
          <a:stretch>
            <a:fillRect/>
          </a:stretch>
        </p:blipFill>
        <p:spPr>
          <a:xfrm>
            <a:off x="5120640" y="1557338"/>
            <a:ext cx="6492240" cy="3651885"/>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shots/architectu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shots/replay.png">    </p:cNvPr>
          <p:cNvPicPr>
            <a:picLocks noChangeAspect="1"/>
          </p:cNvPicPr>
          <p:nvPr/>
        </p:nvPicPr>
        <p:blipFill>
          <a:blip r:embed="rId1"/>
          <a:stretch>
            <a:fillRect/>
          </a:stretch>
        </p:blipFill>
        <p:spPr>
          <a:xfrm>
            <a:off x="548640" y="1463040"/>
            <a:ext cx="6100011"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shots/rt_conflict.png">    </p:cNvPr>
          <p:cNvPicPr>
            <a:picLocks noChangeAspect="1"/>
          </p:cNvPicPr>
          <p:nvPr/>
        </p:nvPicPr>
        <p:blipFill>
          <a:blip r:embed="rId1"/>
          <a:stretch>
            <a:fillRect/>
          </a:stretch>
        </p:blipFill>
        <p:spPr>
          <a:xfrm>
            <a:off x="548640" y="1463040"/>
            <a:ext cx="7151588" cy="2788920"/>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2E6C9"/>
                </a:solidFill>
              </a:rPr>
              <a:t>Written live by the agents</a:t>
            </a:r>
            <a:endParaRPr lang="en-US" sz="1250" dirty="0"/>
          </a:p>
          <a:p>
            <a:pPr indent="0" marL="0">
              <a:buNone/>
            </a:pPr>
            <a:r>
              <a:rPr lang="en-US" sz="1250" dirty="0">
                <a:solidFill>
                  <a:schemeClr val="bg2"/>
                </a:solidFill>
              </a:rPr>
              <a:t>Each coach speaks on the local model from its own facts. Ren checks every request against memory (“right knee sore”) and challenges Lin's drill; Lin answers;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Every turn passes the verifier (8 of 8 here), or falls back to the measured fact;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_coach_tactics.jpg">    </p:cNvPr>
          <p:cNvPicPr>
            <a:picLocks noChangeAspect="1"/>
          </p:cNvPicPr>
          <p:nvPr/>
        </p:nvPicPr>
        <p:blipFill>
          <a:blip r:embed="rId1"/>
          <a:stretch>
            <a:fillRect/>
          </a:stretch>
        </p:blipFill>
        <p:spPr>
          <a:xfrm>
            <a:off x="548640" y="1371600"/>
            <a:ext cx="5440680" cy="2808872"/>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_coach_technique.jpg">    </p:cNvPr>
          <p:cNvPicPr>
            <a:picLocks noChangeAspect="1"/>
          </p:cNvPicPr>
          <p:nvPr/>
        </p:nvPicPr>
        <p:blipFill>
          <a:blip r:embed="rId2"/>
          <a:stretch>
            <a:fillRect/>
          </a:stretch>
        </p:blipFill>
        <p:spPr>
          <a:xfrm>
            <a:off x="6172200" y="1371600"/>
            <a:ext cx="543504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_coach_fitness.jpg">    </p:cNvPr>
          <p:cNvPicPr>
            <a:picLocks noChangeAspect="1"/>
          </p:cNvPicPr>
          <p:nvPr/>
        </p:nvPicPr>
        <p:blipFill>
          <a:blip r:embed="rId1"/>
          <a:stretch>
            <a:fillRect/>
          </a:stretch>
        </p:blipFill>
        <p:spPr>
          <a:xfrm>
            <a:off x="548640" y="1371600"/>
            <a:ext cx="5392579"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_coach_analyst.jpg">    </p:cNvPr>
          <p:cNvPicPr>
            <a:picLocks noChangeAspect="1"/>
          </p:cNvPicPr>
          <p:nvPr/>
        </p:nvPicPr>
        <p:blipFill>
          <a:blip r:embed="rId2"/>
          <a:stretch>
            <a:fillRect/>
          </a:stretch>
        </p:blipFill>
        <p:spPr>
          <a:xfrm>
            <a:off x="6172200" y="1371600"/>
            <a:ext cx="5242406"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Wanhua Sports Center · Sat 10-31 18:00-19:00 · court 3, doubles with Amy and Ben (ref TS-MVQ7EI).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44 / 44</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shots/agent_arch.png">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shots/hl_replay.png">    </p:cNvPr>
          <p:cNvPicPr>
            <a:picLocks noChangeAspect="1"/>
          </p:cNvPicPr>
          <p:nvPr/>
        </p:nvPicPr>
        <p:blipFill>
          <a:blip r:embed="rId1"/>
          <a:stretch>
            <a:fillRect/>
          </a:stretch>
        </p:blipFill>
        <p:spPr>
          <a:xfrm>
            <a:off x="548640" y="1417320"/>
            <a:ext cx="2371471"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shots/hardwa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Measured today on our test GPU (Qwen3-4B, 4-bit)</a:t>
            </a:r>
            <a:endParaRPr lang="en-US" sz="1050" dirty="0"/>
          </a:p>
          <a:p>
            <a:pPr indent="0" marL="0">
              <a:buNone/>
            </a:pPr>
            <a:r>
              <a:rPr lang="en-US" sz="1050" dirty="0">
                <a:solidFill>
                  <a:schemeClr val="bg2"/>
                </a:solidFill>
              </a:rPr>
              <a:t>Coach reply 0.8 s median · round-table meeting 4.0 s for 9–10 verified turns · “I want to play” to a court offer 3.3 s, fitness coach included · booking agent in its browser: 28 steps, 9.4 s · tests 23/23 booking, 21/21 end to end. On the B70: INT4 ≈ 2.5 GB, decode ceiling about 240 tokens/s.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NEXT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hand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next.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2026-10-27T06:00:46Z</dcterms:created>
  <dcterms:modified xsi:type="dcterms:W3CDTF">2026-10-27T06:00:46Z</dcterms:modified>
</cp:coreProperties>
</file>